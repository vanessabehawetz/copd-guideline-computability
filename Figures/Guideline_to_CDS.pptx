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8726150" cy="6483350"/>
  <p:notesSz cx="6483350" cy="187261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428637-5627-441F-3C02-A2DE10E164EA}" v="81" dt="2026-10-19T10:39:29.0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zham, Hanna" userId="S::hazham@stud.hs-heilbronn.de::85b92c85-dd81-45b5-b9ac-1e19c5d05bb2" providerId="AD" clId="Web-{D5428637-5627-441F-3C02-A2DE10E164EA}"/>
    <pc:docChg chg="modSld">
      <pc:chgData name="Azham, Hanna" userId="S::hazham@stud.hs-heilbronn.de::85b92c85-dd81-45b5-b9ac-1e19c5d05bb2" providerId="AD" clId="Web-{D5428637-5627-441F-3C02-A2DE10E164EA}" dt="2026-10-19T10:39:29.056" v="80" actId="1076"/>
      <pc:docMkLst>
        <pc:docMk/>
      </pc:docMkLst>
      <pc:sldChg chg="addSp delSp modSp">
        <pc:chgData name="Azham, Hanna" userId="S::hazham@stud.hs-heilbronn.de::85b92c85-dd81-45b5-b9ac-1e19c5d05bb2" providerId="AD" clId="Web-{D5428637-5627-441F-3C02-A2DE10E164EA}" dt="2026-10-19T10:39:29.056" v="80" actId="1076"/>
        <pc:sldMkLst>
          <pc:docMk/>
          <pc:sldMk cId="0" sldId="256"/>
        </pc:sldMkLst>
        <pc:spChg chg="mod">
          <ac:chgData name="Azham, Hanna" userId="S::hazham@stud.hs-heilbronn.de::85b92c85-dd81-45b5-b9ac-1e19c5d05bb2" providerId="AD" clId="Web-{D5428637-5627-441F-3C02-A2DE10E164EA}" dt="2026-10-19T10:34:03.761" v="0" actId="1076"/>
          <ac:spMkLst>
            <pc:docMk/>
            <pc:sldMk cId="0" sldId="256"/>
            <ac:spMk id="62" creationId="{00000000-0000-0000-0000-000000000000}"/>
          </ac:spMkLst>
        </pc:spChg>
        <pc:spChg chg="mod">
          <ac:chgData name="Azham, Hanna" userId="S::hazham@stud.hs-heilbronn.de::85b92c85-dd81-45b5-b9ac-1e19c5d05bb2" providerId="AD" clId="Web-{D5428637-5627-441F-3C02-A2DE10E164EA}" dt="2026-10-19T10:34:35.122" v="4" actId="1076"/>
          <ac:spMkLst>
            <pc:docMk/>
            <pc:sldMk cId="0" sldId="256"/>
            <ac:spMk id="75" creationId="{00000000-0000-0000-0000-000000000000}"/>
          </ac:spMkLst>
        </pc:spChg>
        <pc:spChg chg="del">
          <ac:chgData name="Azham, Hanna" userId="S::hazham@stud.hs-heilbronn.de::85b92c85-dd81-45b5-b9ac-1e19c5d05bb2" providerId="AD" clId="Web-{D5428637-5627-441F-3C02-A2DE10E164EA}" dt="2026-10-19T10:34:54.482" v="5"/>
          <ac:spMkLst>
            <pc:docMk/>
            <pc:sldMk cId="0" sldId="256"/>
            <ac:spMk id="76" creationId="{00000000-0000-0000-0000-000000000000}"/>
          </ac:spMkLst>
        </pc:spChg>
        <pc:spChg chg="del">
          <ac:chgData name="Azham, Hanna" userId="S::hazham@stud.hs-heilbronn.de::85b92c85-dd81-45b5-b9ac-1e19c5d05bb2" providerId="AD" clId="Web-{D5428637-5627-441F-3C02-A2DE10E164EA}" dt="2026-10-19T10:34:57.061" v="6"/>
          <ac:spMkLst>
            <pc:docMk/>
            <pc:sldMk cId="0" sldId="256"/>
            <ac:spMk id="77" creationId="{00000000-0000-0000-0000-000000000000}"/>
          </ac:spMkLst>
        </pc:spChg>
        <pc:spChg chg="del">
          <ac:chgData name="Azham, Hanna" userId="S::hazham@stud.hs-heilbronn.de::85b92c85-dd81-45b5-b9ac-1e19c5d05bb2" providerId="AD" clId="Web-{D5428637-5627-441F-3C02-A2DE10E164EA}" dt="2026-10-19T10:35:02.967" v="9"/>
          <ac:spMkLst>
            <pc:docMk/>
            <pc:sldMk cId="0" sldId="256"/>
            <ac:spMk id="78" creationId="{00000000-0000-0000-0000-000000000000}"/>
          </ac:spMkLst>
        </pc:spChg>
        <pc:spChg chg="del">
          <ac:chgData name="Azham, Hanna" userId="S::hazham@stud.hs-heilbronn.de::85b92c85-dd81-45b5-b9ac-1e19c5d05bb2" providerId="AD" clId="Web-{D5428637-5627-441F-3C02-A2DE10E164EA}" dt="2026-10-19T10:35:00.764" v="8"/>
          <ac:spMkLst>
            <pc:docMk/>
            <pc:sldMk cId="0" sldId="256"/>
            <ac:spMk id="79" creationId="{00000000-0000-0000-0000-000000000000}"/>
          </ac:spMkLst>
        </pc:spChg>
        <pc:spChg chg="del">
          <ac:chgData name="Azham, Hanna" userId="S::hazham@stud.hs-heilbronn.de::85b92c85-dd81-45b5-b9ac-1e19c5d05bb2" providerId="AD" clId="Web-{D5428637-5627-441F-3C02-A2DE10E164EA}" dt="2026-10-19T10:35:12.671" v="12"/>
          <ac:spMkLst>
            <pc:docMk/>
            <pc:sldMk cId="0" sldId="256"/>
            <ac:spMk id="80" creationId="{00000000-0000-0000-0000-000000000000}"/>
          </ac:spMkLst>
        </pc:spChg>
        <pc:spChg chg="del">
          <ac:chgData name="Azham, Hanna" userId="S::hazham@stud.hs-heilbronn.de::85b92c85-dd81-45b5-b9ac-1e19c5d05bb2" providerId="AD" clId="Web-{D5428637-5627-441F-3C02-A2DE10E164EA}" dt="2026-10-19T10:35:10.905" v="11"/>
          <ac:spMkLst>
            <pc:docMk/>
            <pc:sldMk cId="0" sldId="256"/>
            <ac:spMk id="81" creationId="{00000000-0000-0000-0000-000000000000}"/>
          </ac:spMkLst>
        </pc:spChg>
        <pc:spChg chg="del">
          <ac:chgData name="Azham, Hanna" userId="S::hazham@stud.hs-heilbronn.de::85b92c85-dd81-45b5-b9ac-1e19c5d05bb2" providerId="AD" clId="Web-{D5428637-5627-441F-3C02-A2DE10E164EA}" dt="2026-10-19T10:34:58.748" v="7"/>
          <ac:spMkLst>
            <pc:docMk/>
            <pc:sldMk cId="0" sldId="256"/>
            <ac:spMk id="82" creationId="{00000000-0000-0000-0000-000000000000}"/>
          </ac:spMkLst>
        </pc:spChg>
        <pc:spChg chg="del">
          <ac:chgData name="Azham, Hanna" userId="S::hazham@stud.hs-heilbronn.de::85b92c85-dd81-45b5-b9ac-1e19c5d05bb2" providerId="AD" clId="Web-{D5428637-5627-441F-3C02-A2DE10E164EA}" dt="2026-10-19T10:35:04.717" v="10"/>
          <ac:spMkLst>
            <pc:docMk/>
            <pc:sldMk cId="0" sldId="256"/>
            <ac:spMk id="83" creationId="{00000000-0000-0000-0000-000000000000}"/>
          </ac:spMkLst>
        </pc:spChg>
        <pc:spChg chg="del">
          <ac:chgData name="Azham, Hanna" userId="S::hazham@stud.hs-heilbronn.de::85b92c85-dd81-45b5-b9ac-1e19c5d05bb2" providerId="AD" clId="Web-{D5428637-5627-441F-3C02-A2DE10E164EA}" dt="2026-10-19T10:37:11.988" v="56"/>
          <ac:spMkLst>
            <pc:docMk/>
            <pc:sldMk cId="0" sldId="256"/>
            <ac:spMk id="90" creationId="{00000000-0000-0000-0000-000000000000}"/>
          </ac:spMkLst>
        </pc:spChg>
        <pc:spChg chg="del">
          <ac:chgData name="Azham, Hanna" userId="S::hazham@stud.hs-heilbronn.de::85b92c85-dd81-45b5-b9ac-1e19c5d05bb2" providerId="AD" clId="Web-{D5428637-5627-441F-3C02-A2DE10E164EA}" dt="2026-10-19T10:37:10.488" v="55"/>
          <ac:spMkLst>
            <pc:docMk/>
            <pc:sldMk cId="0" sldId="256"/>
            <ac:spMk id="91" creationId="{00000000-0000-0000-0000-000000000000}"/>
          </ac:spMkLst>
        </pc:spChg>
        <pc:spChg chg="del">
          <ac:chgData name="Azham, Hanna" userId="S::hazham@stud.hs-heilbronn.de::85b92c85-dd81-45b5-b9ac-1e19c5d05bb2" providerId="AD" clId="Web-{D5428637-5627-441F-3C02-A2DE10E164EA}" dt="2026-10-19T10:37:09.222" v="54"/>
          <ac:spMkLst>
            <pc:docMk/>
            <pc:sldMk cId="0" sldId="256"/>
            <ac:spMk id="92" creationId="{00000000-0000-0000-0000-000000000000}"/>
          </ac:spMkLst>
        </pc:spChg>
        <pc:spChg chg="del">
          <ac:chgData name="Azham, Hanna" userId="S::hazham@stud.hs-heilbronn.de::85b92c85-dd81-45b5-b9ac-1e19c5d05bb2" providerId="AD" clId="Web-{D5428637-5627-441F-3C02-A2DE10E164EA}" dt="2026-10-19T10:37:07.910" v="53"/>
          <ac:spMkLst>
            <pc:docMk/>
            <pc:sldMk cId="0" sldId="256"/>
            <ac:spMk id="93" creationId="{00000000-0000-0000-0000-000000000000}"/>
          </ac:spMkLst>
        </pc:spChg>
        <pc:spChg chg="del">
          <ac:chgData name="Azham, Hanna" userId="S::hazham@stud.hs-heilbronn.de::85b92c85-dd81-45b5-b9ac-1e19c5d05bb2" providerId="AD" clId="Web-{D5428637-5627-441F-3C02-A2DE10E164EA}" dt="2026-10-19T10:36:59.410" v="49"/>
          <ac:spMkLst>
            <pc:docMk/>
            <pc:sldMk cId="0" sldId="256"/>
            <ac:spMk id="94" creationId="{00000000-0000-0000-0000-000000000000}"/>
          </ac:spMkLst>
        </pc:spChg>
        <pc:spChg chg="del">
          <ac:chgData name="Azham, Hanna" userId="S::hazham@stud.hs-heilbronn.de::85b92c85-dd81-45b5-b9ac-1e19c5d05bb2" providerId="AD" clId="Web-{D5428637-5627-441F-3C02-A2DE10E164EA}" dt="2026-10-19T10:37:06.519" v="52"/>
          <ac:spMkLst>
            <pc:docMk/>
            <pc:sldMk cId="0" sldId="256"/>
            <ac:spMk id="95" creationId="{00000000-0000-0000-0000-000000000000}"/>
          </ac:spMkLst>
        </pc:spChg>
        <pc:spChg chg="del">
          <ac:chgData name="Azham, Hanna" userId="S::hazham@stud.hs-heilbronn.de::85b92c85-dd81-45b5-b9ac-1e19c5d05bb2" providerId="AD" clId="Web-{D5428637-5627-441F-3C02-A2DE10E164EA}" dt="2026-10-19T10:37:01.160" v="50"/>
          <ac:spMkLst>
            <pc:docMk/>
            <pc:sldMk cId="0" sldId="256"/>
            <ac:spMk id="96" creationId="{00000000-0000-0000-0000-000000000000}"/>
          </ac:spMkLst>
        </pc:spChg>
        <pc:spChg chg="del">
          <ac:chgData name="Azham, Hanna" userId="S::hazham@stud.hs-heilbronn.de::85b92c85-dd81-45b5-b9ac-1e19c5d05bb2" providerId="AD" clId="Web-{D5428637-5627-441F-3C02-A2DE10E164EA}" dt="2026-10-19T10:37:03.972" v="51"/>
          <ac:spMkLst>
            <pc:docMk/>
            <pc:sldMk cId="0" sldId="256"/>
            <ac:spMk id="97" creationId="{00000000-0000-0000-0000-000000000000}"/>
          </ac:spMkLst>
        </pc:spChg>
        <pc:spChg chg="del">
          <ac:chgData name="Azham, Hanna" userId="S::hazham@stud.hs-heilbronn.de::85b92c85-dd81-45b5-b9ac-1e19c5d05bb2" providerId="AD" clId="Web-{D5428637-5627-441F-3C02-A2DE10E164EA}" dt="2026-10-19T10:36:31.924" v="35"/>
          <ac:spMkLst>
            <pc:docMk/>
            <pc:sldMk cId="0" sldId="256"/>
            <ac:spMk id="98" creationId="{00000000-0000-0000-0000-000000000000}"/>
          </ac:spMkLst>
        </pc:spChg>
        <pc:spChg chg="del mod">
          <ac:chgData name="Azham, Hanna" userId="S::hazham@stud.hs-heilbronn.de::85b92c85-dd81-45b5-b9ac-1e19c5d05bb2" providerId="AD" clId="Web-{D5428637-5627-441F-3C02-A2DE10E164EA}" dt="2026-10-19T10:36:22.502" v="30"/>
          <ac:spMkLst>
            <pc:docMk/>
            <pc:sldMk cId="0" sldId="256"/>
            <ac:spMk id="99" creationId="{00000000-0000-0000-0000-000000000000}"/>
          </ac:spMkLst>
        </pc:spChg>
        <pc:spChg chg="del">
          <ac:chgData name="Azham, Hanna" userId="S::hazham@stud.hs-heilbronn.de::85b92c85-dd81-45b5-b9ac-1e19c5d05bb2" providerId="AD" clId="Web-{D5428637-5627-441F-3C02-A2DE10E164EA}" dt="2026-10-19T10:36:14.908" v="27"/>
          <ac:spMkLst>
            <pc:docMk/>
            <pc:sldMk cId="0" sldId="256"/>
            <ac:spMk id="100" creationId="{00000000-0000-0000-0000-000000000000}"/>
          </ac:spMkLst>
        </pc:spChg>
        <pc:spChg chg="del">
          <ac:chgData name="Azham, Hanna" userId="S::hazham@stud.hs-heilbronn.de::85b92c85-dd81-45b5-b9ac-1e19c5d05bb2" providerId="AD" clId="Web-{D5428637-5627-441F-3C02-A2DE10E164EA}" dt="2026-10-19T10:36:27.174" v="33"/>
          <ac:spMkLst>
            <pc:docMk/>
            <pc:sldMk cId="0" sldId="256"/>
            <ac:spMk id="101" creationId="{00000000-0000-0000-0000-000000000000}"/>
          </ac:spMkLst>
        </pc:spChg>
        <pc:spChg chg="del">
          <ac:chgData name="Azham, Hanna" userId="S::hazham@stud.hs-heilbronn.de::85b92c85-dd81-45b5-b9ac-1e19c5d05bb2" providerId="AD" clId="Web-{D5428637-5627-441F-3C02-A2DE10E164EA}" dt="2026-10-19T10:36:25.361" v="32"/>
          <ac:spMkLst>
            <pc:docMk/>
            <pc:sldMk cId="0" sldId="256"/>
            <ac:spMk id="102" creationId="{00000000-0000-0000-0000-000000000000}"/>
          </ac:spMkLst>
        </pc:spChg>
        <pc:spChg chg="del">
          <ac:chgData name="Azham, Hanna" userId="S::hazham@stud.hs-heilbronn.de::85b92c85-dd81-45b5-b9ac-1e19c5d05bb2" providerId="AD" clId="Web-{D5428637-5627-441F-3C02-A2DE10E164EA}" dt="2026-10-19T10:36:17.095" v="28"/>
          <ac:spMkLst>
            <pc:docMk/>
            <pc:sldMk cId="0" sldId="256"/>
            <ac:spMk id="103" creationId="{00000000-0000-0000-0000-000000000000}"/>
          </ac:spMkLst>
        </pc:spChg>
        <pc:spChg chg="del">
          <ac:chgData name="Azham, Hanna" userId="S::hazham@stud.hs-heilbronn.de::85b92c85-dd81-45b5-b9ac-1e19c5d05bb2" providerId="AD" clId="Web-{D5428637-5627-441F-3C02-A2DE10E164EA}" dt="2026-10-19T10:36:29.096" v="34"/>
          <ac:spMkLst>
            <pc:docMk/>
            <pc:sldMk cId="0" sldId="256"/>
            <ac:spMk id="104" creationId="{00000000-0000-0000-0000-000000000000}"/>
          </ac:spMkLst>
        </pc:spChg>
        <pc:spChg chg="del">
          <ac:chgData name="Azham, Hanna" userId="S::hazham@stud.hs-heilbronn.de::85b92c85-dd81-45b5-b9ac-1e19c5d05bb2" providerId="AD" clId="Web-{D5428637-5627-441F-3C02-A2DE10E164EA}" dt="2026-10-19T10:36:24.018" v="31"/>
          <ac:spMkLst>
            <pc:docMk/>
            <pc:sldMk cId="0" sldId="256"/>
            <ac:spMk id="105" creationId="{00000000-0000-0000-0000-000000000000}"/>
          </ac:spMkLst>
        </pc:spChg>
        <pc:spChg chg="del">
          <ac:chgData name="Azham, Hanna" userId="S::hazham@stud.hs-heilbronn.de::85b92c85-dd81-45b5-b9ac-1e19c5d05bb2" providerId="AD" clId="Web-{D5428637-5627-441F-3C02-A2DE10E164EA}" dt="2026-10-19T10:36:12.580" v="26"/>
          <ac:spMkLst>
            <pc:docMk/>
            <pc:sldMk cId="0" sldId="256"/>
            <ac:spMk id="106" creationId="{00000000-0000-0000-0000-000000000000}"/>
          </ac:spMkLst>
        </pc:spChg>
        <pc:spChg chg="del">
          <ac:chgData name="Azham, Hanna" userId="S::hazham@stud.hs-heilbronn.de::85b92c85-dd81-45b5-b9ac-1e19c5d05bb2" providerId="AD" clId="Web-{D5428637-5627-441F-3C02-A2DE10E164EA}" dt="2026-10-19T10:36:10.689" v="25"/>
          <ac:spMkLst>
            <pc:docMk/>
            <pc:sldMk cId="0" sldId="256"/>
            <ac:spMk id="107" creationId="{00000000-0000-0000-0000-000000000000}"/>
          </ac:spMkLst>
        </pc:spChg>
        <pc:spChg chg="del">
          <ac:chgData name="Azham, Hanna" userId="S::hazham@stud.hs-heilbronn.de::85b92c85-dd81-45b5-b9ac-1e19c5d05bb2" providerId="AD" clId="Web-{D5428637-5627-441F-3C02-A2DE10E164EA}" dt="2026-10-19T10:35:14.312" v="13"/>
          <ac:spMkLst>
            <pc:docMk/>
            <pc:sldMk cId="0" sldId="256"/>
            <ac:spMk id="108" creationId="{00000000-0000-0000-0000-000000000000}"/>
          </ac:spMkLst>
        </pc:spChg>
        <pc:spChg chg="del mod">
          <ac:chgData name="Azham, Hanna" userId="S::hazham@stud.hs-heilbronn.de::85b92c85-dd81-45b5-b9ac-1e19c5d05bb2" providerId="AD" clId="Web-{D5428637-5627-441F-3C02-A2DE10E164EA}" dt="2026-10-19T10:36:45.909" v="45"/>
          <ac:spMkLst>
            <pc:docMk/>
            <pc:sldMk cId="0" sldId="256"/>
            <ac:spMk id="111" creationId="{00000000-0000-0000-0000-000000000000}"/>
          </ac:spMkLst>
        </pc:spChg>
        <pc:spChg chg="del">
          <ac:chgData name="Azham, Hanna" userId="S::hazham@stud.hs-heilbronn.de::85b92c85-dd81-45b5-b9ac-1e19c5d05bb2" providerId="AD" clId="Web-{D5428637-5627-441F-3C02-A2DE10E164EA}" dt="2026-10-19T10:36:42.331" v="43"/>
          <ac:spMkLst>
            <pc:docMk/>
            <pc:sldMk cId="0" sldId="256"/>
            <ac:spMk id="112" creationId="{00000000-0000-0000-0000-000000000000}"/>
          </ac:spMkLst>
        </pc:spChg>
        <pc:spChg chg="del">
          <ac:chgData name="Azham, Hanna" userId="S::hazham@stud.hs-heilbronn.de::85b92c85-dd81-45b5-b9ac-1e19c5d05bb2" providerId="AD" clId="Web-{D5428637-5627-441F-3C02-A2DE10E164EA}" dt="2026-10-19T10:36:40.862" v="42"/>
          <ac:spMkLst>
            <pc:docMk/>
            <pc:sldMk cId="0" sldId="256"/>
            <ac:spMk id="113" creationId="{00000000-0000-0000-0000-000000000000}"/>
          </ac:spMkLst>
        </pc:spChg>
        <pc:spChg chg="del">
          <ac:chgData name="Azham, Hanna" userId="S::hazham@stud.hs-heilbronn.de::85b92c85-dd81-45b5-b9ac-1e19c5d05bb2" providerId="AD" clId="Web-{D5428637-5627-441F-3C02-A2DE10E164EA}" dt="2026-10-19T10:36:37.737" v="40"/>
          <ac:spMkLst>
            <pc:docMk/>
            <pc:sldMk cId="0" sldId="256"/>
            <ac:spMk id="114" creationId="{00000000-0000-0000-0000-000000000000}"/>
          </ac:spMkLst>
        </pc:spChg>
        <pc:spChg chg="del">
          <ac:chgData name="Azham, Hanna" userId="S::hazham@stud.hs-heilbronn.de::85b92c85-dd81-45b5-b9ac-1e19c5d05bb2" providerId="AD" clId="Web-{D5428637-5627-441F-3C02-A2DE10E164EA}" dt="2026-10-19T10:36:35.049" v="38"/>
          <ac:spMkLst>
            <pc:docMk/>
            <pc:sldMk cId="0" sldId="256"/>
            <ac:spMk id="115" creationId="{00000000-0000-0000-0000-000000000000}"/>
          </ac:spMkLst>
        </pc:spChg>
        <pc:spChg chg="del">
          <ac:chgData name="Azham, Hanna" userId="S::hazham@stud.hs-heilbronn.de::85b92c85-dd81-45b5-b9ac-1e19c5d05bb2" providerId="AD" clId="Web-{D5428637-5627-441F-3C02-A2DE10E164EA}" dt="2026-10-19T10:36:36.346" v="39"/>
          <ac:spMkLst>
            <pc:docMk/>
            <pc:sldMk cId="0" sldId="256"/>
            <ac:spMk id="116" creationId="{00000000-0000-0000-0000-000000000000}"/>
          </ac:spMkLst>
        </pc:spChg>
        <pc:spChg chg="del">
          <ac:chgData name="Azham, Hanna" userId="S::hazham@stud.hs-heilbronn.de::85b92c85-dd81-45b5-b9ac-1e19c5d05bb2" providerId="AD" clId="Web-{D5428637-5627-441F-3C02-A2DE10E164EA}" dt="2026-10-19T10:36:32.377" v="36"/>
          <ac:spMkLst>
            <pc:docMk/>
            <pc:sldMk cId="0" sldId="256"/>
            <ac:spMk id="117" creationId="{00000000-0000-0000-0000-000000000000}"/>
          </ac:spMkLst>
        </pc:spChg>
        <pc:spChg chg="del">
          <ac:chgData name="Azham, Hanna" userId="S::hazham@stud.hs-heilbronn.de::85b92c85-dd81-45b5-b9ac-1e19c5d05bb2" providerId="AD" clId="Web-{D5428637-5627-441F-3C02-A2DE10E164EA}" dt="2026-10-19T10:35:42.844" v="21"/>
          <ac:spMkLst>
            <pc:docMk/>
            <pc:sldMk cId="0" sldId="256"/>
            <ac:spMk id="118" creationId="{00000000-0000-0000-0000-000000000000}"/>
          </ac:spMkLst>
        </pc:spChg>
        <pc:spChg chg="del">
          <ac:chgData name="Azham, Hanna" userId="S::hazham@stud.hs-heilbronn.de::85b92c85-dd81-45b5-b9ac-1e19c5d05bb2" providerId="AD" clId="Web-{D5428637-5627-441F-3C02-A2DE10E164EA}" dt="2026-10-19T10:35:31.125" v="17"/>
          <ac:spMkLst>
            <pc:docMk/>
            <pc:sldMk cId="0" sldId="256"/>
            <ac:spMk id="119" creationId="{00000000-0000-0000-0000-000000000000}"/>
          </ac:spMkLst>
        </pc:spChg>
        <pc:spChg chg="del">
          <ac:chgData name="Azham, Hanna" userId="S::hazham@stud.hs-heilbronn.de::85b92c85-dd81-45b5-b9ac-1e19c5d05bb2" providerId="AD" clId="Web-{D5428637-5627-441F-3C02-A2DE10E164EA}" dt="2026-10-19T10:36:33.502" v="37"/>
          <ac:spMkLst>
            <pc:docMk/>
            <pc:sldMk cId="0" sldId="256"/>
            <ac:spMk id="120" creationId="{00000000-0000-0000-0000-000000000000}"/>
          </ac:spMkLst>
        </pc:spChg>
        <pc:spChg chg="del mod">
          <ac:chgData name="Azham, Hanna" userId="S::hazham@stud.hs-heilbronn.de::85b92c85-dd81-45b5-b9ac-1e19c5d05bb2" providerId="AD" clId="Web-{D5428637-5627-441F-3C02-A2DE10E164EA}" dt="2026-10-19T10:36:51.159" v="48"/>
          <ac:spMkLst>
            <pc:docMk/>
            <pc:sldMk cId="0" sldId="256"/>
            <ac:spMk id="121" creationId="{00000000-0000-0000-0000-000000000000}"/>
          </ac:spMkLst>
        </pc:spChg>
        <pc:spChg chg="del">
          <ac:chgData name="Azham, Hanna" userId="S::hazham@stud.hs-heilbronn.de::85b92c85-dd81-45b5-b9ac-1e19c5d05bb2" providerId="AD" clId="Web-{D5428637-5627-441F-3C02-A2DE10E164EA}" dt="2026-10-19T10:35:44.235" v="22"/>
          <ac:spMkLst>
            <pc:docMk/>
            <pc:sldMk cId="0" sldId="256"/>
            <ac:spMk id="122" creationId="{00000000-0000-0000-0000-000000000000}"/>
          </ac:spMkLst>
        </pc:spChg>
        <pc:spChg chg="del">
          <ac:chgData name="Azham, Hanna" userId="S::hazham@stud.hs-heilbronn.de::85b92c85-dd81-45b5-b9ac-1e19c5d05bb2" providerId="AD" clId="Web-{D5428637-5627-441F-3C02-A2DE10E164EA}" dt="2026-10-19T10:35:29.578" v="16"/>
          <ac:spMkLst>
            <pc:docMk/>
            <pc:sldMk cId="0" sldId="256"/>
            <ac:spMk id="123" creationId="{00000000-0000-0000-0000-000000000000}"/>
          </ac:spMkLst>
        </pc:spChg>
        <pc:spChg chg="del">
          <ac:chgData name="Azham, Hanna" userId="S::hazham@stud.hs-heilbronn.de::85b92c85-dd81-45b5-b9ac-1e19c5d05bb2" providerId="AD" clId="Web-{D5428637-5627-441F-3C02-A2DE10E164EA}" dt="2026-10-19T10:36:43.940" v="44"/>
          <ac:spMkLst>
            <pc:docMk/>
            <pc:sldMk cId="0" sldId="256"/>
            <ac:spMk id="124" creationId="{00000000-0000-0000-0000-000000000000}"/>
          </ac:spMkLst>
        </pc:spChg>
        <pc:spChg chg="del">
          <ac:chgData name="Azham, Hanna" userId="S::hazham@stud.hs-heilbronn.de::85b92c85-dd81-45b5-b9ac-1e19c5d05bb2" providerId="AD" clId="Web-{D5428637-5627-441F-3C02-A2DE10E164EA}" dt="2026-10-19T10:35:40.172" v="19"/>
          <ac:spMkLst>
            <pc:docMk/>
            <pc:sldMk cId="0" sldId="256"/>
            <ac:spMk id="125" creationId="{00000000-0000-0000-0000-000000000000}"/>
          </ac:spMkLst>
        </pc:spChg>
        <pc:spChg chg="del">
          <ac:chgData name="Azham, Hanna" userId="S::hazham@stud.hs-heilbronn.de::85b92c85-dd81-45b5-b9ac-1e19c5d05bb2" providerId="AD" clId="Web-{D5428637-5627-441F-3C02-A2DE10E164EA}" dt="2026-10-19T10:36:49.394" v="47"/>
          <ac:spMkLst>
            <pc:docMk/>
            <pc:sldMk cId="0" sldId="256"/>
            <ac:spMk id="126" creationId="{00000000-0000-0000-0000-000000000000}"/>
          </ac:spMkLst>
        </pc:spChg>
        <pc:spChg chg="del">
          <ac:chgData name="Azham, Hanna" userId="S::hazham@stud.hs-heilbronn.de::85b92c85-dd81-45b5-b9ac-1e19c5d05bb2" providerId="AD" clId="Web-{D5428637-5627-441F-3C02-A2DE10E164EA}" dt="2026-10-19T10:36:39.206" v="41"/>
          <ac:spMkLst>
            <pc:docMk/>
            <pc:sldMk cId="0" sldId="256"/>
            <ac:spMk id="127" creationId="{00000000-0000-0000-0000-000000000000}"/>
          </ac:spMkLst>
        </pc:spChg>
        <pc:spChg chg="del">
          <ac:chgData name="Azham, Hanna" userId="S::hazham@stud.hs-heilbronn.de::85b92c85-dd81-45b5-b9ac-1e19c5d05bb2" providerId="AD" clId="Web-{D5428637-5627-441F-3C02-A2DE10E164EA}" dt="2026-10-19T10:35:41.438" v="20"/>
          <ac:spMkLst>
            <pc:docMk/>
            <pc:sldMk cId="0" sldId="256"/>
            <ac:spMk id="128" creationId="{00000000-0000-0000-0000-000000000000}"/>
          </ac:spMkLst>
        </pc:spChg>
        <pc:spChg chg="del">
          <ac:chgData name="Azham, Hanna" userId="S::hazham@stud.hs-heilbronn.de::85b92c85-dd81-45b5-b9ac-1e19c5d05bb2" providerId="AD" clId="Web-{D5428637-5627-441F-3C02-A2DE10E164EA}" dt="2026-10-19T10:35:23.093" v="14"/>
          <ac:spMkLst>
            <pc:docMk/>
            <pc:sldMk cId="0" sldId="256"/>
            <ac:spMk id="129" creationId="{00000000-0000-0000-0000-000000000000}"/>
          </ac:spMkLst>
        </pc:spChg>
        <pc:spChg chg="del">
          <ac:chgData name="Azham, Hanna" userId="S::hazham@stud.hs-heilbronn.de::85b92c85-dd81-45b5-b9ac-1e19c5d05bb2" providerId="AD" clId="Web-{D5428637-5627-441F-3C02-A2DE10E164EA}" dt="2026-10-19T10:36:47.768" v="46"/>
          <ac:spMkLst>
            <pc:docMk/>
            <pc:sldMk cId="0" sldId="256"/>
            <ac:spMk id="130" creationId="{00000000-0000-0000-0000-000000000000}"/>
          </ac:spMkLst>
        </pc:spChg>
        <pc:spChg chg="mod">
          <ac:chgData name="Azham, Hanna" userId="S::hazham@stud.hs-heilbronn.de::85b92c85-dd81-45b5-b9ac-1e19c5d05bb2" providerId="AD" clId="Web-{D5428637-5627-441F-3C02-A2DE10E164EA}" dt="2026-10-19T10:36:00.970" v="24" actId="1076"/>
          <ac:spMkLst>
            <pc:docMk/>
            <pc:sldMk cId="0" sldId="256"/>
            <ac:spMk id="138" creationId="{00000000-0000-0000-0000-000000000000}"/>
          </ac:spMkLst>
        </pc:spChg>
        <pc:spChg chg="add mod">
          <ac:chgData name="Azham, Hanna" userId="S::hazham@stud.hs-heilbronn.de::85b92c85-dd81-45b5-b9ac-1e19c5d05bb2" providerId="AD" clId="Web-{D5428637-5627-441F-3C02-A2DE10E164EA}" dt="2026-10-19T10:38:11.881" v="67" actId="14100"/>
          <ac:spMkLst>
            <pc:docMk/>
            <pc:sldMk cId="0" sldId="256"/>
            <ac:spMk id="152" creationId="{2D1C0D99-FE29-88DB-3F34-5D693B96FFFD}"/>
          </ac:spMkLst>
        </pc:spChg>
        <pc:spChg chg="add mod">
          <ac:chgData name="Azham, Hanna" userId="S::hazham@stud.hs-heilbronn.de::85b92c85-dd81-45b5-b9ac-1e19c5d05bb2" providerId="AD" clId="Web-{D5428637-5627-441F-3C02-A2DE10E164EA}" dt="2026-10-19T10:38:22.257" v="69" actId="1076"/>
          <ac:spMkLst>
            <pc:docMk/>
            <pc:sldMk cId="0" sldId="256"/>
            <ac:spMk id="153" creationId="{24666451-828E-50D2-51C7-4D539CCA79FA}"/>
          </ac:spMkLst>
        </pc:spChg>
        <pc:spChg chg="add mod">
          <ac:chgData name="Azham, Hanna" userId="S::hazham@stud.hs-heilbronn.de::85b92c85-dd81-45b5-b9ac-1e19c5d05bb2" providerId="AD" clId="Web-{D5428637-5627-441F-3C02-A2DE10E164EA}" dt="2026-10-19T10:38:36.398" v="71" actId="1076"/>
          <ac:spMkLst>
            <pc:docMk/>
            <pc:sldMk cId="0" sldId="256"/>
            <ac:spMk id="154" creationId="{DBB187A7-F3F7-0BC5-5819-D7820A2EF00B}"/>
          </ac:spMkLst>
        </pc:spChg>
        <pc:spChg chg="add mod">
          <ac:chgData name="Azham, Hanna" userId="S::hazham@stud.hs-heilbronn.de::85b92c85-dd81-45b5-b9ac-1e19c5d05bb2" providerId="AD" clId="Web-{D5428637-5627-441F-3C02-A2DE10E164EA}" dt="2026-10-19T10:39:29.056" v="80" actId="1076"/>
          <ac:spMkLst>
            <pc:docMk/>
            <pc:sldMk cId="0" sldId="256"/>
            <ac:spMk id="155" creationId="{A490B87D-1F1C-39A0-2E31-2B9D107C5B5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09875" cy="9382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671888" y="0"/>
            <a:ext cx="2809875" cy="9382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6AC343-9C56-486D-AC43-19CC893F50AF}" type="datetimeFigureOut">
              <a:t>10/19/2026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-5884863" y="2341563"/>
            <a:ext cx="18253076" cy="63198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47700" y="9012238"/>
            <a:ext cx="5187950" cy="73739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17787938"/>
            <a:ext cx="2809875" cy="9382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671888" y="17787938"/>
            <a:ext cx="2809875" cy="9382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6F13E8-3FC3-4449-8B9C-DB870782BB7D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3555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6888" y="256032"/>
            <a:ext cx="2103120" cy="5129784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3970">
            <a:solidFill>
              <a:srgbClr val="133B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2374" y="261518"/>
            <a:ext cx="2092147" cy="841248"/>
          </a:xfrm>
          <a:prstGeom prst="roundRect">
            <a:avLst>
              <a:gd name="adj" fmla="val 15217"/>
            </a:avLst>
          </a:prstGeom>
          <a:solidFill>
            <a:srgbClr val="072656"/>
          </a:solidFill>
          <a:ln w="1270">
            <a:solidFill>
              <a:srgbClr val="0726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2374" y="667512"/>
            <a:ext cx="2092147" cy="420624"/>
          </a:xfrm>
          <a:prstGeom prst="rect">
            <a:avLst/>
          </a:prstGeom>
          <a:solidFill>
            <a:srgbClr val="072656"/>
          </a:solidFill>
          <a:ln w="1270">
            <a:solidFill>
              <a:srgbClr val="0726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8328" y="438912"/>
            <a:ext cx="19202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Guideline</a:t>
            </a:r>
            <a:endParaRPr lang="en-US" sz="194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(narrative)</a:t>
            </a:r>
            <a:endParaRPr lang="en-US" sz="1940" dirty="0"/>
          </a:p>
        </p:txBody>
      </p:sp>
      <p:sp>
        <p:nvSpPr>
          <p:cNvPr id="6" name="Shape 4"/>
          <p:cNvSpPr/>
          <p:nvPr/>
        </p:nvSpPr>
        <p:spPr>
          <a:xfrm>
            <a:off x="2816352" y="256032"/>
            <a:ext cx="2331720" cy="5129784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13970">
            <a:solidFill>
              <a:srgbClr val="133B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21838" y="261518"/>
            <a:ext cx="2320747" cy="841248"/>
          </a:xfrm>
          <a:prstGeom prst="roundRect">
            <a:avLst>
              <a:gd name="adj" fmla="val 15217"/>
            </a:avLst>
          </a:prstGeom>
          <a:solidFill>
            <a:srgbClr val="072656"/>
          </a:solidFill>
          <a:ln w="1270">
            <a:solidFill>
              <a:srgbClr val="0726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21838" y="667512"/>
            <a:ext cx="2320747" cy="420624"/>
          </a:xfrm>
          <a:prstGeom prst="rect">
            <a:avLst/>
          </a:prstGeom>
          <a:solidFill>
            <a:srgbClr val="072656"/>
          </a:solidFill>
          <a:ln w="1270">
            <a:solidFill>
              <a:srgbClr val="0726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07792" y="438912"/>
            <a:ext cx="21488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</a:t>
            </a:r>
            <a:endParaRPr lang="en-US" sz="194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Modeling</a:t>
            </a:r>
            <a:endParaRPr lang="en-US" sz="1940" dirty="0"/>
          </a:p>
        </p:txBody>
      </p:sp>
      <p:sp>
        <p:nvSpPr>
          <p:cNvPr id="10" name="Shape 8"/>
          <p:cNvSpPr/>
          <p:nvPr/>
        </p:nvSpPr>
        <p:spPr>
          <a:xfrm>
            <a:off x="5605272" y="256032"/>
            <a:ext cx="7662672" cy="5129784"/>
          </a:xfrm>
          <a:prstGeom prst="roundRect">
            <a:avLst>
              <a:gd name="adj" fmla="val 2496"/>
            </a:avLst>
          </a:prstGeom>
          <a:solidFill>
            <a:srgbClr val="FFFFFF"/>
          </a:solidFill>
          <a:ln w="13970">
            <a:solidFill>
              <a:srgbClr val="133B7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10758" y="261518"/>
            <a:ext cx="7651699" cy="841248"/>
          </a:xfrm>
          <a:prstGeom prst="roundRect">
            <a:avLst>
              <a:gd name="adj" fmla="val 15217"/>
            </a:avLst>
          </a:prstGeom>
          <a:solidFill>
            <a:srgbClr val="072656"/>
          </a:solidFill>
          <a:ln w="1270">
            <a:solidFill>
              <a:srgbClr val="07265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10758" y="667512"/>
            <a:ext cx="7651699" cy="420624"/>
          </a:xfrm>
          <a:prstGeom prst="rect">
            <a:avLst/>
          </a:prstGeom>
          <a:solidFill>
            <a:srgbClr val="072656"/>
          </a:solidFill>
          <a:ln w="1270">
            <a:solidFill>
              <a:srgbClr val="0726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96712" y="438912"/>
            <a:ext cx="74797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FHIR-Oriented Analysis (mapping at candidate level)</a:t>
            </a:r>
            <a:endParaRPr lang="en-US" sz="2060" dirty="0"/>
          </a:p>
        </p:txBody>
      </p:sp>
      <p:sp>
        <p:nvSpPr>
          <p:cNvPr id="14" name="Shape 12"/>
          <p:cNvSpPr/>
          <p:nvPr/>
        </p:nvSpPr>
        <p:spPr>
          <a:xfrm>
            <a:off x="13679424" y="256032"/>
            <a:ext cx="2075688" cy="5129784"/>
          </a:xfrm>
          <a:prstGeom prst="roundRect">
            <a:avLst>
              <a:gd name="adj" fmla="val 6167"/>
            </a:avLst>
          </a:prstGeom>
          <a:solidFill>
            <a:srgbClr val="FFFFFF"/>
          </a:solidFill>
          <a:ln w="13970">
            <a:solidFill>
              <a:srgbClr val="133B7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684910" y="261518"/>
            <a:ext cx="2064715" cy="841248"/>
          </a:xfrm>
          <a:prstGeom prst="roundRect">
            <a:avLst>
              <a:gd name="adj" fmla="val 15217"/>
            </a:avLst>
          </a:prstGeom>
          <a:solidFill>
            <a:srgbClr val="072656"/>
          </a:solidFill>
          <a:ln w="1270">
            <a:solidFill>
              <a:srgbClr val="07265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684910" y="667512"/>
            <a:ext cx="2064715" cy="420624"/>
          </a:xfrm>
          <a:prstGeom prst="rect">
            <a:avLst/>
          </a:prstGeom>
          <a:solidFill>
            <a:srgbClr val="072656"/>
          </a:solidFill>
          <a:ln w="1270">
            <a:solidFill>
              <a:srgbClr val="0726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70864" y="438912"/>
            <a:ext cx="189280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</a:t>
            </a:r>
            <a:endParaRPr lang="en-US" sz="2050" dirty="0"/>
          </a:p>
        </p:txBody>
      </p:sp>
      <p:sp>
        <p:nvSpPr>
          <p:cNvPr id="18" name="Shape 16"/>
          <p:cNvSpPr/>
          <p:nvPr/>
        </p:nvSpPr>
        <p:spPr>
          <a:xfrm>
            <a:off x="16157448" y="256032"/>
            <a:ext cx="2359152" cy="5129784"/>
          </a:xfrm>
          <a:prstGeom prst="roundRect">
            <a:avLst>
              <a:gd name="adj" fmla="val 5426"/>
            </a:avLst>
          </a:prstGeom>
          <a:solidFill>
            <a:srgbClr val="FFFFFF"/>
          </a:solidFill>
          <a:ln w="13970">
            <a:solidFill>
              <a:srgbClr val="133B7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162934" y="261518"/>
            <a:ext cx="2348179" cy="841248"/>
          </a:xfrm>
          <a:prstGeom prst="roundRect">
            <a:avLst>
              <a:gd name="adj" fmla="val 15217"/>
            </a:avLst>
          </a:prstGeom>
          <a:solidFill>
            <a:srgbClr val="072656"/>
          </a:solidFill>
          <a:ln w="1270">
            <a:solidFill>
              <a:srgbClr val="07265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162934" y="667512"/>
            <a:ext cx="2348179" cy="420624"/>
          </a:xfrm>
          <a:prstGeom prst="rect">
            <a:avLst/>
          </a:prstGeom>
          <a:solidFill>
            <a:srgbClr val="072656"/>
          </a:solidFill>
          <a:ln w="1270">
            <a:solidFill>
              <a:srgbClr val="0726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248888" y="438912"/>
            <a:ext cx="217627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CDS Implementation</a:t>
            </a:r>
            <a:endParaRPr lang="en-US" sz="1790" dirty="0"/>
          </a:p>
        </p:txBody>
      </p:sp>
      <p:sp>
        <p:nvSpPr>
          <p:cNvPr id="22" name="Shape 20"/>
          <p:cNvSpPr/>
          <p:nvPr/>
        </p:nvSpPr>
        <p:spPr>
          <a:xfrm>
            <a:off x="2414016" y="2743200"/>
            <a:ext cx="329184" cy="301752"/>
          </a:xfrm>
          <a:prstGeom prst="rightArrow">
            <a:avLst/>
          </a:prstGeom>
          <a:solidFill>
            <a:srgbClr val="00316D"/>
          </a:solidFill>
          <a:ln w="12700">
            <a:solidFill>
              <a:srgbClr val="00316D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21224" y="2743200"/>
            <a:ext cx="329184" cy="301752"/>
          </a:xfrm>
          <a:prstGeom prst="rightArrow">
            <a:avLst/>
          </a:prstGeom>
          <a:solidFill>
            <a:srgbClr val="00316D"/>
          </a:solidFill>
          <a:ln w="12700">
            <a:solidFill>
              <a:srgbClr val="00316D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313664" y="2743200"/>
            <a:ext cx="310896" cy="301752"/>
          </a:xfrm>
          <a:prstGeom prst="rightArrow">
            <a:avLst/>
          </a:prstGeom>
          <a:solidFill>
            <a:srgbClr val="00316D"/>
          </a:solidFill>
          <a:ln w="12700">
            <a:solidFill>
              <a:srgbClr val="00316D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819120" y="2743200"/>
            <a:ext cx="301752" cy="301752"/>
          </a:xfrm>
          <a:prstGeom prst="rightArrow">
            <a:avLst/>
          </a:prstGeom>
          <a:solidFill>
            <a:srgbClr val="00316D"/>
          </a:solidFill>
          <a:ln w="12700">
            <a:solidFill>
              <a:srgbClr val="00316D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" y="2020824"/>
            <a:ext cx="0" cy="1161288"/>
          </a:xfrm>
          <a:prstGeom prst="line">
            <a:avLst/>
          </a:prstGeom>
          <a:noFill/>
          <a:ln w="27940">
            <a:solidFill>
              <a:srgbClr val="0829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" y="2020824"/>
            <a:ext cx="521208" cy="0"/>
          </a:xfrm>
          <a:prstGeom prst="line">
            <a:avLst/>
          </a:prstGeom>
          <a:noFill/>
          <a:ln w="27940">
            <a:solidFill>
              <a:srgbClr val="0829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89888" y="2020824"/>
            <a:ext cx="292608" cy="292608"/>
          </a:xfrm>
          <a:prstGeom prst="line">
            <a:avLst/>
          </a:prstGeom>
          <a:noFill/>
          <a:ln w="27940">
            <a:solidFill>
              <a:srgbClr val="0829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82496" y="2313432"/>
            <a:ext cx="0" cy="877824"/>
          </a:xfrm>
          <a:prstGeom prst="line">
            <a:avLst/>
          </a:prstGeom>
          <a:noFill/>
          <a:ln w="27940">
            <a:solidFill>
              <a:srgbClr val="0829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8680" y="3191256"/>
            <a:ext cx="813816" cy="0"/>
          </a:xfrm>
          <a:prstGeom prst="line">
            <a:avLst/>
          </a:prstGeom>
          <a:noFill/>
          <a:ln w="27940">
            <a:solidFill>
              <a:srgbClr val="0829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89888" y="2020824"/>
            <a:ext cx="0" cy="283464"/>
          </a:xfrm>
          <a:prstGeom prst="line">
            <a:avLst/>
          </a:prstGeom>
          <a:noFill/>
          <a:ln w="26670">
            <a:solidFill>
              <a:srgbClr val="0829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389888" y="2304288"/>
            <a:ext cx="292608" cy="0"/>
          </a:xfrm>
          <a:prstGeom prst="line">
            <a:avLst/>
          </a:prstGeom>
          <a:noFill/>
          <a:ln w="26670">
            <a:solidFill>
              <a:srgbClr val="0829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69848" y="2523744"/>
            <a:ext cx="411480" cy="0"/>
          </a:xfrm>
          <a:prstGeom prst="line">
            <a:avLst/>
          </a:prstGeom>
          <a:noFill/>
          <a:ln w="27940">
            <a:solidFill>
              <a:srgbClr val="0829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69848" y="2679192"/>
            <a:ext cx="402336" cy="0"/>
          </a:xfrm>
          <a:prstGeom prst="line">
            <a:avLst/>
          </a:prstGeom>
          <a:noFill/>
          <a:ln w="27940">
            <a:solidFill>
              <a:srgbClr val="0829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69848" y="2834640"/>
            <a:ext cx="402336" cy="0"/>
          </a:xfrm>
          <a:prstGeom prst="line">
            <a:avLst/>
          </a:prstGeom>
          <a:noFill/>
          <a:ln w="27940">
            <a:solidFill>
              <a:srgbClr val="0829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69848" y="2980944"/>
            <a:ext cx="228600" cy="0"/>
          </a:xfrm>
          <a:prstGeom prst="line">
            <a:avLst/>
          </a:prstGeom>
          <a:noFill/>
          <a:ln w="27940">
            <a:solidFill>
              <a:srgbClr val="0829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9768" y="3511296"/>
            <a:ext cx="17830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20" dirty="0">
                <a:solidFill>
                  <a:srgbClr val="10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62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20" dirty="0">
                <a:solidFill>
                  <a:srgbClr val="10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evidence</a:t>
            </a:r>
            <a:endParaRPr lang="en-US" sz="1620" dirty="0"/>
          </a:p>
        </p:txBody>
      </p:sp>
      <p:sp>
        <p:nvSpPr>
          <p:cNvPr id="38" name="Shape 36"/>
          <p:cNvSpPr/>
          <p:nvPr/>
        </p:nvSpPr>
        <p:spPr>
          <a:xfrm>
            <a:off x="3255264" y="1435608"/>
            <a:ext cx="356616" cy="246888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33572" y="1682496"/>
            <a:ext cx="0" cy="210312"/>
          </a:xfrm>
          <a:prstGeom prst="line">
            <a:avLst/>
          </a:prstGeom>
          <a:noFill/>
          <a:ln w="1968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3291840" y="1892808"/>
            <a:ext cx="283464" cy="283464"/>
          </a:xfrm>
          <a:prstGeom prst="ellipse">
            <a:avLst/>
          </a:prstGeom>
          <a:solidFill>
            <a:srgbClr val="FFFFFF"/>
          </a:solidFill>
          <a:ln w="19685">
            <a:solidFill>
              <a:srgbClr val="11111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75304" y="2039112"/>
            <a:ext cx="292608" cy="0"/>
          </a:xfrm>
          <a:prstGeom prst="line">
            <a:avLst/>
          </a:prstGeom>
          <a:noFill/>
          <a:ln w="1968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3858768" y="1847088"/>
            <a:ext cx="374904" cy="374904"/>
          </a:xfrm>
          <a:prstGeom prst="diamond">
            <a:avLst/>
          </a:prstGeom>
          <a:solidFill>
            <a:srgbClr val="FFFFFF"/>
          </a:solidFill>
          <a:ln w="19685">
            <a:solidFill>
              <a:srgbClr val="11111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233672" y="2039112"/>
            <a:ext cx="274320" cy="0"/>
          </a:xfrm>
          <a:prstGeom prst="line">
            <a:avLst/>
          </a:prstGeom>
          <a:noFill/>
          <a:ln w="1968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4507992" y="1892808"/>
            <a:ext cx="283464" cy="283464"/>
          </a:xfrm>
          <a:prstGeom prst="ellipse">
            <a:avLst/>
          </a:prstGeom>
          <a:solidFill>
            <a:srgbClr val="FFFFFF"/>
          </a:solidFill>
          <a:ln w="19685">
            <a:solidFill>
              <a:srgbClr val="11111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27832" y="2468880"/>
            <a:ext cx="161848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30" dirty="0">
                <a:solidFill>
                  <a:srgbClr val="10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model</a:t>
            </a:r>
            <a:endParaRPr lang="en-US" sz="163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30" dirty="0">
                <a:solidFill>
                  <a:srgbClr val="10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(BPMN)</a:t>
            </a:r>
            <a:endParaRPr lang="en-US" sz="1630" dirty="0"/>
          </a:p>
        </p:txBody>
      </p:sp>
      <p:sp>
        <p:nvSpPr>
          <p:cNvPr id="46" name="Shape 44"/>
          <p:cNvSpPr/>
          <p:nvPr/>
        </p:nvSpPr>
        <p:spPr>
          <a:xfrm>
            <a:off x="3163824" y="3401568"/>
            <a:ext cx="16002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9476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163824" y="3401568"/>
            <a:ext cx="1600200" cy="210312"/>
          </a:xfrm>
          <a:prstGeom prst="rect">
            <a:avLst/>
          </a:prstGeom>
          <a:solidFill>
            <a:srgbClr val="2D6BA8"/>
          </a:solidFill>
          <a:ln w="12700">
            <a:solidFill>
              <a:srgbClr val="29476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383280" y="3401568"/>
            <a:ext cx="0" cy="868680"/>
          </a:xfrm>
          <a:prstGeom prst="line">
            <a:avLst/>
          </a:prstGeom>
          <a:noFill/>
          <a:ln w="12700">
            <a:solidFill>
              <a:srgbClr val="29476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822192" y="3401568"/>
            <a:ext cx="0" cy="868680"/>
          </a:xfrm>
          <a:prstGeom prst="line">
            <a:avLst/>
          </a:prstGeom>
          <a:noFill/>
          <a:ln w="12700">
            <a:solidFill>
              <a:srgbClr val="29476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261104" y="3401568"/>
            <a:ext cx="0" cy="868680"/>
          </a:xfrm>
          <a:prstGeom prst="line">
            <a:avLst/>
          </a:prstGeom>
          <a:noFill/>
          <a:ln w="12700">
            <a:solidFill>
              <a:srgbClr val="29476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163824" y="3621024"/>
            <a:ext cx="1600200" cy="0"/>
          </a:xfrm>
          <a:prstGeom prst="line">
            <a:avLst/>
          </a:prstGeom>
          <a:noFill/>
          <a:ln w="12700">
            <a:solidFill>
              <a:srgbClr val="29476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163824" y="3840480"/>
            <a:ext cx="1600200" cy="0"/>
          </a:xfrm>
          <a:prstGeom prst="line">
            <a:avLst/>
          </a:prstGeom>
          <a:noFill/>
          <a:ln w="12700">
            <a:solidFill>
              <a:srgbClr val="29476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163824" y="4050792"/>
            <a:ext cx="1600200" cy="0"/>
          </a:xfrm>
          <a:prstGeom prst="line">
            <a:avLst/>
          </a:prstGeom>
          <a:noFill/>
          <a:ln w="12700">
            <a:solidFill>
              <a:srgbClr val="29476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27832" y="4425696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30" dirty="0">
                <a:solidFill>
                  <a:srgbClr val="10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model</a:t>
            </a:r>
            <a:endParaRPr lang="en-US" sz="163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30" dirty="0">
                <a:solidFill>
                  <a:srgbClr val="10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(DMN)</a:t>
            </a:r>
            <a:endParaRPr lang="en-US" sz="1630" dirty="0"/>
          </a:p>
        </p:txBody>
      </p:sp>
      <p:sp>
        <p:nvSpPr>
          <p:cNvPr id="55" name="Shape 53"/>
          <p:cNvSpPr/>
          <p:nvPr/>
        </p:nvSpPr>
        <p:spPr>
          <a:xfrm>
            <a:off x="5715000" y="1362456"/>
            <a:ext cx="2176272" cy="3300984"/>
          </a:xfrm>
          <a:prstGeom prst="roundRect">
            <a:avLst>
              <a:gd name="adj" fmla="val 5462"/>
            </a:avLst>
          </a:prstGeom>
          <a:solidFill>
            <a:srgbClr val="EAF2FC"/>
          </a:solidFill>
          <a:ln w="11430">
            <a:solidFill>
              <a:srgbClr val="A9CCF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806440" y="1664208"/>
            <a:ext cx="2020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0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&amp; Mapping</a:t>
            </a:r>
            <a:endParaRPr lang="en-US" sz="1650" dirty="0"/>
          </a:p>
        </p:txBody>
      </p:sp>
      <p:sp>
        <p:nvSpPr>
          <p:cNvPr id="57" name="Text 55"/>
          <p:cNvSpPr/>
          <p:nvPr/>
        </p:nvSpPr>
        <p:spPr>
          <a:xfrm>
            <a:off x="5797296" y="2212848"/>
            <a:ext cx="20116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10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process steps and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10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points to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10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FHIR-based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10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artifacts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6656832" y="3264408"/>
            <a:ext cx="265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10" dirty="0">
                <a:solidFill>
                  <a:srgbClr val="10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10" dirty="0"/>
          </a:p>
        </p:txBody>
      </p:sp>
      <p:sp>
        <p:nvSpPr>
          <p:cNvPr id="59" name="Text 57"/>
          <p:cNvSpPr/>
          <p:nvPr/>
        </p:nvSpPr>
        <p:spPr>
          <a:xfrm>
            <a:off x="6025896" y="3694176"/>
            <a:ext cx="158191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15" dirty="0">
                <a:solidFill>
                  <a:srgbClr val="10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potential</a:t>
            </a:r>
            <a:endParaRPr lang="en-US" sz="1515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515" dirty="0">
                <a:solidFill>
                  <a:srgbClr val="10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alignments and</a:t>
            </a:r>
            <a:endParaRPr lang="en-US" sz="1515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515" dirty="0">
                <a:solidFill>
                  <a:srgbClr val="10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</a:t>
            </a:r>
            <a:endParaRPr lang="en-US" sz="1515" dirty="0"/>
          </a:p>
        </p:txBody>
      </p:sp>
      <p:sp>
        <p:nvSpPr>
          <p:cNvPr id="60" name="Shape 58"/>
          <p:cNvSpPr/>
          <p:nvPr/>
        </p:nvSpPr>
        <p:spPr>
          <a:xfrm>
            <a:off x="8010144" y="1975104"/>
            <a:ext cx="1975104" cy="2121408"/>
          </a:xfrm>
          <a:prstGeom prst="ellipse">
            <a:avLst/>
          </a:prstGeom>
          <a:solidFill>
            <a:srgbClr val="CFE4CB">
              <a:alpha val="74000"/>
            </a:srgbClr>
          </a:solidFill>
          <a:ln w="12700">
            <a:solidFill>
              <a:srgbClr val="B9D4B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217152" y="1975104"/>
            <a:ext cx="1975104" cy="2121408"/>
          </a:xfrm>
          <a:prstGeom prst="ellipse">
            <a:avLst/>
          </a:prstGeom>
          <a:solidFill>
            <a:srgbClr val="FFE7AD">
              <a:alpha val="75000"/>
            </a:srgbClr>
          </a:solidFill>
          <a:ln w="12700">
            <a:solidFill>
              <a:srgbClr val="F9C96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008986" y="2542032"/>
            <a:ext cx="13167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10" dirty="0">
                <a:solidFill>
                  <a:srgbClr val="10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</a:t>
            </a:r>
            <a:endParaRPr lang="en-US" sz="151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510" dirty="0">
                <a:solidFill>
                  <a:srgbClr val="10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FHIR</a:t>
            </a:r>
            <a:endParaRPr lang="en-US" sz="151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510" dirty="0">
                <a:solidFill>
                  <a:srgbClr val="10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alignments</a:t>
            </a:r>
            <a:endParaRPr lang="en-US" sz="1510" dirty="0"/>
          </a:p>
        </p:txBody>
      </p:sp>
      <p:sp>
        <p:nvSpPr>
          <p:cNvPr id="63" name="Text 61"/>
          <p:cNvSpPr/>
          <p:nvPr/>
        </p:nvSpPr>
        <p:spPr>
          <a:xfrm>
            <a:off x="9774936" y="2542032"/>
            <a:ext cx="13441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10" dirty="0">
                <a:solidFill>
                  <a:srgbClr val="10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</a:t>
            </a:r>
            <a:endParaRPr lang="en-US" sz="151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510" dirty="0">
                <a:solidFill>
                  <a:srgbClr val="10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51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510" dirty="0">
                <a:solidFill>
                  <a:srgbClr val="10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</a:t>
            </a:r>
            <a:endParaRPr lang="en-US" sz="1510" dirty="0"/>
          </a:p>
        </p:txBody>
      </p:sp>
      <p:sp>
        <p:nvSpPr>
          <p:cNvPr id="64" name="Shape 62"/>
          <p:cNvSpPr/>
          <p:nvPr/>
        </p:nvSpPr>
        <p:spPr>
          <a:xfrm>
            <a:off x="11301984" y="1362456"/>
            <a:ext cx="1847088" cy="3300984"/>
          </a:xfrm>
          <a:prstGeom prst="roundRect">
            <a:avLst>
              <a:gd name="adj" fmla="val 5941"/>
            </a:avLst>
          </a:prstGeom>
          <a:solidFill>
            <a:srgbClr val="FFF7E5"/>
          </a:solidFill>
          <a:ln w="12065">
            <a:solidFill>
              <a:srgbClr val="FFD27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1539728" y="16733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10" b="1" dirty="0">
                <a:solidFill>
                  <a:srgbClr val="10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1710" dirty="0"/>
          </a:p>
        </p:txBody>
      </p:sp>
      <p:sp>
        <p:nvSpPr>
          <p:cNvPr id="66" name="Text 64"/>
          <p:cNvSpPr/>
          <p:nvPr/>
        </p:nvSpPr>
        <p:spPr>
          <a:xfrm>
            <a:off x="11338560" y="2295144"/>
            <a:ext cx="1773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10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data and logic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10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require further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10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for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10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CDS-oriented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10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5715000" y="4873752"/>
            <a:ext cx="7443216" cy="411480"/>
          </a:xfrm>
          <a:prstGeom prst="roundRect">
            <a:avLst>
              <a:gd name="adj" fmla="val 22222"/>
            </a:avLst>
          </a:prstGeom>
          <a:solidFill>
            <a:srgbClr val="EDEDED"/>
          </a:solidFill>
          <a:ln w="12700">
            <a:solidFill>
              <a:srgbClr val="EDEDED">
                <a:alpha val="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062472" y="4919472"/>
            <a:ext cx="6729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30" dirty="0">
                <a:solidFill>
                  <a:srgbClr val="10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This analysis does not produce executable FHIR resources</a:t>
            </a:r>
            <a:endParaRPr lang="en-US" sz="1530" dirty="0"/>
          </a:p>
        </p:txBody>
      </p:sp>
      <p:sp>
        <p:nvSpPr>
          <p:cNvPr id="69" name="Shape 67"/>
          <p:cNvSpPr/>
          <p:nvPr/>
        </p:nvSpPr>
        <p:spPr>
          <a:xfrm>
            <a:off x="13972032" y="4224528"/>
            <a:ext cx="1517904" cy="640080"/>
          </a:xfrm>
          <a:prstGeom prst="ellipse">
            <a:avLst/>
          </a:prstGeom>
          <a:solidFill>
            <a:srgbClr val="F7F7F7"/>
          </a:solidFill>
          <a:ln w="14605">
            <a:solidFill>
              <a:srgbClr val="133B7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3981176" y="1746504"/>
            <a:ext cx="1499616" cy="2788920"/>
          </a:xfrm>
          <a:prstGeom prst="rect">
            <a:avLst/>
          </a:prstGeom>
          <a:solidFill>
            <a:srgbClr val="F7F7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3972032" y="1746504"/>
            <a:ext cx="0" cy="2788920"/>
          </a:xfrm>
          <a:prstGeom prst="line">
            <a:avLst/>
          </a:prstGeom>
          <a:noFill/>
          <a:ln w="14605">
            <a:solidFill>
              <a:srgbClr val="133B7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5489936" y="1746504"/>
            <a:ext cx="0" cy="2788920"/>
          </a:xfrm>
          <a:prstGeom prst="line">
            <a:avLst/>
          </a:prstGeom>
          <a:noFill/>
          <a:ln w="14605">
            <a:solidFill>
              <a:srgbClr val="133B7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3972032" y="1453896"/>
            <a:ext cx="1517904" cy="585216"/>
          </a:xfrm>
          <a:prstGeom prst="ellipse">
            <a:avLst/>
          </a:prstGeom>
          <a:solidFill>
            <a:srgbClr val="EFEFEF"/>
          </a:solidFill>
          <a:ln w="13970">
            <a:solidFill>
              <a:srgbClr val="133B7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4164056" y="2249424"/>
            <a:ext cx="113385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10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FHIR-based</a:t>
            </a:r>
            <a:endParaRPr lang="en-US" sz="15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10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15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10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artifacts</a:t>
            </a:r>
            <a:endParaRPr lang="en-US" sz="15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10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(candidate)</a:t>
            </a:r>
            <a:endParaRPr lang="en-US" sz="1550" dirty="0"/>
          </a:p>
        </p:txBody>
      </p:sp>
      <p:sp>
        <p:nvSpPr>
          <p:cNvPr id="75" name="Text 73"/>
          <p:cNvSpPr/>
          <p:nvPr/>
        </p:nvSpPr>
        <p:spPr>
          <a:xfrm>
            <a:off x="14081760" y="3668433"/>
            <a:ext cx="129844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60" dirty="0">
                <a:solidFill>
                  <a:srgbClr val="10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e.g., Resources,</a:t>
            </a:r>
            <a:endParaRPr lang="en-US" sz="136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60" dirty="0">
                <a:solidFill>
                  <a:srgbClr val="10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Profiles, ValueSets,</a:t>
            </a:r>
            <a:endParaRPr lang="en-US" sz="136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60" dirty="0">
                <a:solidFill>
                  <a:srgbClr val="10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PlanDefinition,</a:t>
            </a:r>
            <a:endParaRPr lang="en-US" sz="136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60" dirty="0">
                <a:solidFill>
                  <a:srgbClr val="10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Library, CarePlan,</a:t>
            </a:r>
            <a:endParaRPr lang="en-US" sz="136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60" dirty="0">
                <a:solidFill>
                  <a:srgbClr val="10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Goal, ...</a:t>
            </a:r>
            <a:endParaRPr lang="en-US" sz="1360" dirty="0"/>
          </a:p>
        </p:txBody>
      </p:sp>
      <p:sp>
        <p:nvSpPr>
          <p:cNvPr id="84" name="Shape 82"/>
          <p:cNvSpPr/>
          <p:nvPr/>
        </p:nvSpPr>
        <p:spPr>
          <a:xfrm>
            <a:off x="16303752" y="2340864"/>
            <a:ext cx="283464" cy="0"/>
          </a:xfrm>
          <a:prstGeom prst="line">
            <a:avLst/>
          </a:prstGeom>
          <a:noFill/>
          <a:ln w="17145">
            <a:solidFill>
              <a:srgbClr val="112F6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6376904" y="2313432"/>
            <a:ext cx="64008" cy="5486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3970">
            <a:solidFill>
              <a:srgbClr val="112F6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6303752" y="2432304"/>
            <a:ext cx="283464" cy="0"/>
          </a:xfrm>
          <a:prstGeom prst="line">
            <a:avLst/>
          </a:prstGeom>
          <a:noFill/>
          <a:ln w="17145">
            <a:solidFill>
              <a:srgbClr val="112F6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6486632" y="2404872"/>
            <a:ext cx="64008" cy="5486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3970">
            <a:solidFill>
              <a:srgbClr val="112F6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6303752" y="2523744"/>
            <a:ext cx="283464" cy="0"/>
          </a:xfrm>
          <a:prstGeom prst="line">
            <a:avLst/>
          </a:prstGeom>
          <a:noFill/>
          <a:ln w="17145">
            <a:solidFill>
              <a:srgbClr val="112F6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6413480" y="2496312"/>
            <a:ext cx="64008" cy="5486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3970">
            <a:solidFill>
              <a:srgbClr val="112F68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6303752" y="3657600"/>
            <a:ext cx="292608" cy="292608"/>
          </a:xfrm>
          <a:prstGeom prst="gear6">
            <a:avLst/>
          </a:prstGeom>
          <a:solidFill>
            <a:srgbClr val="FFFFFF"/>
          </a:solidFill>
          <a:ln w="16510">
            <a:solidFill>
              <a:srgbClr val="112F68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6395192" y="3749040"/>
            <a:ext cx="118872" cy="11887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12F68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6322040" y="4590288"/>
            <a:ext cx="246888" cy="20116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6510">
            <a:solidFill>
              <a:srgbClr val="112F68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6440912" y="4791456"/>
            <a:ext cx="0" cy="54864"/>
          </a:xfrm>
          <a:prstGeom prst="line">
            <a:avLst/>
          </a:prstGeom>
          <a:noFill/>
          <a:ln w="16510">
            <a:solidFill>
              <a:srgbClr val="112F68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6376904" y="4846320"/>
            <a:ext cx="128016" cy="0"/>
          </a:xfrm>
          <a:prstGeom prst="line">
            <a:avLst/>
          </a:prstGeom>
          <a:noFill/>
          <a:ln w="16510">
            <a:solidFill>
              <a:srgbClr val="112F68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16715232" y="1408176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30" dirty="0">
                <a:solidFill>
                  <a:srgbClr val="10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patient data</a:t>
            </a:r>
            <a:endParaRPr lang="en-US" sz="1330" dirty="0"/>
          </a:p>
        </p:txBody>
      </p:sp>
      <p:sp>
        <p:nvSpPr>
          <p:cNvPr id="135" name="Text 133"/>
          <p:cNvSpPr/>
          <p:nvPr/>
        </p:nvSpPr>
        <p:spPr>
          <a:xfrm>
            <a:off x="16715232" y="1901952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30" dirty="0">
                <a:solidFill>
                  <a:srgbClr val="10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Terminology mappings</a:t>
            </a:r>
            <a:endParaRPr lang="en-US" sz="1330" dirty="0"/>
          </a:p>
        </p:txBody>
      </p:sp>
      <p:sp>
        <p:nvSpPr>
          <p:cNvPr id="136" name="Text 134"/>
          <p:cNvSpPr/>
          <p:nvPr/>
        </p:nvSpPr>
        <p:spPr>
          <a:xfrm>
            <a:off x="16715232" y="2350008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30" dirty="0">
                <a:solidFill>
                  <a:srgbClr val="10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thresholds</a:t>
            </a:r>
            <a:endParaRPr lang="en-US" sz="1330" dirty="0"/>
          </a:p>
        </p:txBody>
      </p:sp>
      <p:sp>
        <p:nvSpPr>
          <p:cNvPr id="137" name="Text 135"/>
          <p:cNvSpPr/>
          <p:nvPr/>
        </p:nvSpPr>
        <p:spPr>
          <a:xfrm>
            <a:off x="16715232" y="2788920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30" dirty="0">
                <a:solidFill>
                  <a:srgbClr val="10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&amp; recommendations</a:t>
            </a:r>
            <a:endParaRPr lang="en-US" sz="1330" dirty="0"/>
          </a:p>
        </p:txBody>
      </p:sp>
      <p:sp>
        <p:nvSpPr>
          <p:cNvPr id="138" name="Text 136"/>
          <p:cNvSpPr/>
          <p:nvPr/>
        </p:nvSpPr>
        <p:spPr>
          <a:xfrm>
            <a:off x="16624345" y="3252119"/>
            <a:ext cx="2213302" cy="30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30" dirty="0">
                <a:solidFill>
                  <a:srgbClr val="10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Versioning &amp; governance</a:t>
            </a:r>
            <a:endParaRPr lang="en-US" sz="1330" dirty="0"/>
          </a:p>
        </p:txBody>
      </p:sp>
      <p:sp>
        <p:nvSpPr>
          <p:cNvPr id="139" name="Text 137"/>
          <p:cNvSpPr/>
          <p:nvPr/>
        </p:nvSpPr>
        <p:spPr>
          <a:xfrm>
            <a:off x="16715232" y="3694176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30" dirty="0">
                <a:solidFill>
                  <a:srgbClr val="10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environment</a:t>
            </a:r>
            <a:endParaRPr lang="en-US" sz="1330" dirty="0"/>
          </a:p>
        </p:txBody>
      </p:sp>
      <p:sp>
        <p:nvSpPr>
          <p:cNvPr id="140" name="Text 138"/>
          <p:cNvSpPr/>
          <p:nvPr/>
        </p:nvSpPr>
        <p:spPr>
          <a:xfrm>
            <a:off x="16715232" y="4151376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30" dirty="0">
                <a:solidFill>
                  <a:srgbClr val="10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EHR integration</a:t>
            </a:r>
            <a:endParaRPr lang="en-US" sz="1330" dirty="0"/>
          </a:p>
        </p:txBody>
      </p:sp>
      <p:sp>
        <p:nvSpPr>
          <p:cNvPr id="141" name="Text 139"/>
          <p:cNvSpPr/>
          <p:nvPr/>
        </p:nvSpPr>
        <p:spPr>
          <a:xfrm>
            <a:off x="16715232" y="4599432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30" dirty="0">
                <a:solidFill>
                  <a:srgbClr val="10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interface</a:t>
            </a:r>
            <a:endParaRPr lang="en-US" sz="1330" dirty="0"/>
          </a:p>
        </p:txBody>
      </p:sp>
      <p:sp>
        <p:nvSpPr>
          <p:cNvPr id="142" name="Shape 140"/>
          <p:cNvSpPr/>
          <p:nvPr/>
        </p:nvSpPr>
        <p:spPr>
          <a:xfrm>
            <a:off x="1188720" y="6281928"/>
            <a:ext cx="6766560" cy="0"/>
          </a:xfrm>
          <a:prstGeom prst="line">
            <a:avLst/>
          </a:prstGeom>
          <a:noFill/>
          <a:ln w="13970">
            <a:solidFill>
              <a:srgbClr val="6E6E6E"/>
            </a:solidFill>
            <a:prstDash val="dash"/>
          </a:ln>
        </p:spPr>
      </p:sp>
      <p:sp>
        <p:nvSpPr>
          <p:cNvPr id="143" name="Shape 141"/>
          <p:cNvSpPr/>
          <p:nvPr/>
        </p:nvSpPr>
        <p:spPr>
          <a:xfrm>
            <a:off x="11466576" y="6281928"/>
            <a:ext cx="5916168" cy="0"/>
          </a:xfrm>
          <a:prstGeom prst="line">
            <a:avLst/>
          </a:prstGeom>
          <a:noFill/>
          <a:ln w="13970">
            <a:solidFill>
              <a:srgbClr val="6E6E6E"/>
            </a:solidFill>
            <a:prstDash val="dash"/>
          </a:ln>
        </p:spPr>
      </p:sp>
      <p:sp>
        <p:nvSpPr>
          <p:cNvPr id="144" name="Shape 142"/>
          <p:cNvSpPr/>
          <p:nvPr/>
        </p:nvSpPr>
        <p:spPr>
          <a:xfrm>
            <a:off x="1179576" y="6281928"/>
            <a:ext cx="0" cy="0"/>
          </a:xfrm>
          <a:prstGeom prst="line">
            <a:avLst/>
          </a:prstGeom>
          <a:noFill/>
          <a:ln w="13970">
            <a:solidFill>
              <a:srgbClr val="6E6E6E"/>
            </a:solidFill>
            <a:prstDash val="dash"/>
          </a:ln>
        </p:spPr>
      </p:sp>
      <p:sp>
        <p:nvSpPr>
          <p:cNvPr id="145" name="Shape 143"/>
          <p:cNvSpPr/>
          <p:nvPr/>
        </p:nvSpPr>
        <p:spPr>
          <a:xfrm>
            <a:off x="1110996" y="5468112"/>
            <a:ext cx="137160" cy="137160"/>
          </a:xfrm>
          <a:prstGeom prst="triangle">
            <a:avLst/>
          </a:prstGeom>
          <a:solidFill>
            <a:srgbClr val="6E6E6E"/>
          </a:solidFill>
          <a:ln w="12700">
            <a:solidFill>
              <a:srgbClr val="6E6E6E">
                <a:alpha val="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3931920" y="6281928"/>
            <a:ext cx="0" cy="0"/>
          </a:xfrm>
          <a:prstGeom prst="line">
            <a:avLst/>
          </a:prstGeom>
          <a:noFill/>
          <a:ln w="13970">
            <a:solidFill>
              <a:srgbClr val="6E6E6E"/>
            </a:solidFill>
            <a:prstDash val="dash"/>
          </a:ln>
        </p:spPr>
      </p:sp>
      <p:sp>
        <p:nvSpPr>
          <p:cNvPr id="147" name="Shape 145"/>
          <p:cNvSpPr/>
          <p:nvPr/>
        </p:nvSpPr>
        <p:spPr>
          <a:xfrm>
            <a:off x="3863340" y="5477256"/>
            <a:ext cx="137160" cy="137160"/>
          </a:xfrm>
          <a:prstGeom prst="triangle">
            <a:avLst/>
          </a:prstGeom>
          <a:solidFill>
            <a:srgbClr val="6E6E6E"/>
          </a:solidFill>
          <a:ln w="12700">
            <a:solidFill>
              <a:srgbClr val="6E6E6E">
                <a:alpha val="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7296912" y="6281928"/>
            <a:ext cx="0" cy="0"/>
          </a:xfrm>
          <a:prstGeom prst="line">
            <a:avLst/>
          </a:prstGeom>
          <a:noFill/>
          <a:ln w="13970">
            <a:solidFill>
              <a:srgbClr val="6E6E6E"/>
            </a:solidFill>
            <a:prstDash val="dash"/>
          </a:ln>
        </p:spPr>
      </p:sp>
      <p:sp>
        <p:nvSpPr>
          <p:cNvPr id="149" name="Shape 147"/>
          <p:cNvSpPr/>
          <p:nvPr/>
        </p:nvSpPr>
        <p:spPr>
          <a:xfrm>
            <a:off x="7228332" y="5477256"/>
            <a:ext cx="137160" cy="137160"/>
          </a:xfrm>
          <a:prstGeom prst="triangle">
            <a:avLst/>
          </a:prstGeom>
          <a:solidFill>
            <a:srgbClr val="6E6E6E"/>
          </a:solidFill>
          <a:ln w="12700">
            <a:solidFill>
              <a:srgbClr val="6E6E6E">
                <a:alpha val="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17382744" y="6281928"/>
            <a:ext cx="0" cy="0"/>
          </a:xfrm>
          <a:prstGeom prst="line">
            <a:avLst/>
          </a:prstGeom>
          <a:noFill/>
          <a:ln w="13970">
            <a:solidFill>
              <a:srgbClr val="6E6E6E"/>
            </a:solidFill>
            <a:prstDash val="dash"/>
          </a:ln>
        </p:spPr>
      </p:sp>
      <p:sp>
        <p:nvSpPr>
          <p:cNvPr id="151" name="Text 149"/>
          <p:cNvSpPr/>
          <p:nvPr/>
        </p:nvSpPr>
        <p:spPr>
          <a:xfrm>
            <a:off x="8119872" y="6080760"/>
            <a:ext cx="31729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10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Iterative refinement and validation</a:t>
            </a:r>
            <a:endParaRPr lang="en-US" sz="1500" dirty="0"/>
          </a:p>
        </p:txBody>
      </p:sp>
      <p:sp>
        <p:nvSpPr>
          <p:cNvPr id="152" name="Shape 140">
            <a:extLst>
              <a:ext uri="{FF2B5EF4-FFF2-40B4-BE49-F238E27FC236}">
                <a16:creationId xmlns:a16="http://schemas.microsoft.com/office/drawing/2014/main" id="{2D1C0D99-FE29-88DB-3F34-5D693B96FFFD}"/>
              </a:ext>
            </a:extLst>
          </p:cNvPr>
          <p:cNvSpPr/>
          <p:nvPr/>
        </p:nvSpPr>
        <p:spPr>
          <a:xfrm>
            <a:off x="1180833" y="5623091"/>
            <a:ext cx="9390" cy="643790"/>
          </a:xfrm>
          <a:prstGeom prst="line">
            <a:avLst/>
          </a:prstGeom>
          <a:noFill/>
          <a:ln w="13970">
            <a:solidFill>
              <a:srgbClr val="6E6E6E"/>
            </a:solidFill>
            <a:prstDash val="dash"/>
          </a:ln>
        </p:spPr>
      </p:sp>
      <p:sp>
        <p:nvSpPr>
          <p:cNvPr id="153" name="Shape 140">
            <a:extLst>
              <a:ext uri="{FF2B5EF4-FFF2-40B4-BE49-F238E27FC236}">
                <a16:creationId xmlns:a16="http://schemas.microsoft.com/office/drawing/2014/main" id="{24666451-828E-50D2-51C7-4D539CCA79FA}"/>
              </a:ext>
            </a:extLst>
          </p:cNvPr>
          <p:cNvSpPr/>
          <p:nvPr/>
        </p:nvSpPr>
        <p:spPr>
          <a:xfrm>
            <a:off x="3929421" y="5622998"/>
            <a:ext cx="9390" cy="643790"/>
          </a:xfrm>
          <a:prstGeom prst="line">
            <a:avLst/>
          </a:prstGeom>
          <a:noFill/>
          <a:ln w="13970">
            <a:solidFill>
              <a:srgbClr val="6E6E6E"/>
            </a:solidFill>
            <a:prstDash val="dash"/>
          </a:ln>
        </p:spPr>
      </p:sp>
      <p:sp>
        <p:nvSpPr>
          <p:cNvPr id="154" name="Shape 140">
            <a:extLst>
              <a:ext uri="{FF2B5EF4-FFF2-40B4-BE49-F238E27FC236}">
                <a16:creationId xmlns:a16="http://schemas.microsoft.com/office/drawing/2014/main" id="{DBB187A7-F3F7-0BC5-5819-D7820A2EF00B}"/>
              </a:ext>
            </a:extLst>
          </p:cNvPr>
          <p:cNvSpPr/>
          <p:nvPr/>
        </p:nvSpPr>
        <p:spPr>
          <a:xfrm>
            <a:off x="7299176" y="5638049"/>
            <a:ext cx="9390" cy="643790"/>
          </a:xfrm>
          <a:prstGeom prst="line">
            <a:avLst/>
          </a:prstGeom>
          <a:noFill/>
          <a:ln w="13970">
            <a:solidFill>
              <a:srgbClr val="6E6E6E"/>
            </a:solidFill>
            <a:prstDash val="dash"/>
          </a:ln>
        </p:spPr>
      </p:sp>
      <p:sp>
        <p:nvSpPr>
          <p:cNvPr id="155" name="Shape 140">
            <a:extLst>
              <a:ext uri="{FF2B5EF4-FFF2-40B4-BE49-F238E27FC236}">
                <a16:creationId xmlns:a16="http://schemas.microsoft.com/office/drawing/2014/main" id="{A490B87D-1F1C-39A0-2E31-2B9D107C5B5D}"/>
              </a:ext>
            </a:extLst>
          </p:cNvPr>
          <p:cNvSpPr/>
          <p:nvPr/>
        </p:nvSpPr>
        <p:spPr>
          <a:xfrm>
            <a:off x="17370807" y="5388028"/>
            <a:ext cx="1815" cy="901306"/>
          </a:xfrm>
          <a:prstGeom prst="line">
            <a:avLst/>
          </a:prstGeom>
          <a:noFill/>
          <a:ln w="13970">
            <a:solidFill>
              <a:srgbClr val="6E6E6E"/>
            </a:solidFill>
            <a:prstDash val="dash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Narrative Guideline to CDS — Editable Workflow</dc:title>
  <dc:subject>Editable recreation of Figure 2 for Keynote</dc:subject>
  <dc:creator>OpenAI</dc:creator>
  <cp:lastModifiedBy>OpenAI</cp:lastModifiedBy>
  <cp:revision>42</cp:revision>
  <dcterms:created xsi:type="dcterms:W3CDTF">2026-10-19T10:26:14Z</dcterms:created>
  <dcterms:modified xsi:type="dcterms:W3CDTF">2026-10-19T10:39:35Z</dcterms:modified>
</cp:coreProperties>
</file>